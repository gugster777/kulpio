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€ saved / household / month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A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15%</c:v>
                  </c:pt>
                  <c:pt idx="1">
                    <c:v>20%</c:v>
                  </c:pt>
                  <c:pt idx="2">
                    <c:v>30%</c:v>
                  </c:pt>
                  <c:pt idx="3">
                    <c:v>40%</c:v>
                  </c:pt>
                  <c:pt idx="4">
                    <c:v>50%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5.33</c:v>
                </c:pt>
                <c:pt idx="1">
                  <c:v>7.15</c:v>
                </c:pt>
                <c:pt idx="2">
                  <c:v>10.71</c:v>
                </c:pt>
                <c:pt idx="3">
                  <c:v>14.32</c:v>
                </c:pt>
                <c:pt idx="4">
                  <c:v>17.81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E2A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A6B57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A6B57"/>
                    </a:solidFill>
                    <a:latin typeface="Arial"/>
                  </a:rPr>
                  <a:t>Reminder effectiveness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Kulpio: a food-freshness tracker PWA. One line: waste less food, save money, in any of 33 languages.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Roughly a third of food is wasted; households are a huge share; the cause at home is forgetting. That's an information problem an app can 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Three-step loop: add with almost no effort, see what expires, use it in time — with money-saved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screenshots: the scanned product card, the impact screen, and the shared-fridge chat. Everything runs offline from one HTML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feature pillars: input, storage sections, recipes, shared fridge, motivation, and 33-language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single competitor combines offline-first, AI input, a social shared fridge, 33 languages and privacy-first. The combination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Local-first storage, GDPR export and true account deletion, plus hardened auth with rate-limiting — a credible privacy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is a transparent projection from a stated assumption (reminder effectiveness) — NOT measured data. Real numbers come from the micro-study measured via CSV export. Keep the two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file, 33 languages, 300+ offline tests across 4 suites, on a Cloudflare Worker + D1 backend. AI degrades gracefully so it never blocks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Dual-license (AGPL + commercial, €250–€5,000) keeps it open and funded. Roadmap: the real pilot, shelf-life validation, email verification, better merge.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Kulpio: waste less, save money, in any language.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572000" cy="45720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97680"/>
            <a:ext cx="3108960" cy="3108960"/>
          </a:xfrm>
          <a:prstGeom prst="ellipse">
            <a:avLst/>
          </a:prstGeom>
          <a:solidFill>
            <a:srgbClr val="20361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🍐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2011680" y="141732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 food. Save money. In any language.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56616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privacy-first Progressive Web App that tracks your fridge, tells you what expires first, and helps you cook it before it's wasted.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our food is wasted — mostly at home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860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~1/3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food produced is lost or wasted (FAO)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89120" y="192024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17720" y="22860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4617720" y="320040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one of the largest single contributors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66760" y="22860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8366760" y="320040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main cause: bought, forgotten, expired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8463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information &amp; attention problem — not a preservation problem. That's exactly what an app can fix.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it, know what's going off, cook it first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76856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📥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91640" y="21214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 seconds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0312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barcode, read a label or receipt with AI, or paste a list — no typing marathon.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38328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739896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739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91640" y="35844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expires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6616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beat estimates. Live freshness colours and a 'week ahead' strip.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5202936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202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🍳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504748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 time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502920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what's going off first; mark Used / Wasted / Froze and watch the money you save.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app, offline, on any phone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9536" y="1682496"/>
            <a:ext cx="2221992" cy="4681728"/>
          </a:xfrm>
          <a:prstGeom prst="roundRect">
            <a:avLst>
              <a:gd name="adj" fmla="val 5761"/>
            </a:avLst>
          </a:prstGeom>
          <a:solidFill>
            <a:srgbClr val="16241A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pic>
        <p:nvPicPr>
          <p:cNvPr id="5" name="Image 0" descr="/tmp/claude-0/-home-user-kulpio/cf44c086-5ab5-569b-8ab9-43d11bcfa910/scratchpad/shots/s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37360"/>
            <a:ext cx="2112264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425696" y="1682496"/>
            <a:ext cx="2221992" cy="4681728"/>
          </a:xfrm>
          <a:prstGeom prst="roundRect">
            <a:avLst>
              <a:gd name="adj" fmla="val 5761"/>
            </a:avLst>
          </a:prstGeom>
          <a:solidFill>
            <a:srgbClr val="16241A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pic>
        <p:nvPicPr>
          <p:cNvPr id="7" name="Image 1" descr="/tmp/claude-0/-home-user-kulpio/cf44c086-5ab5-569b-8ab9-43d11bcfa910/scratchpad/shots/i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737360"/>
            <a:ext cx="2112264" cy="45720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991856" y="1682496"/>
            <a:ext cx="2221992" cy="4681728"/>
          </a:xfrm>
          <a:prstGeom prst="roundRect">
            <a:avLst>
              <a:gd name="adj" fmla="val 5761"/>
            </a:avLst>
          </a:prstGeom>
          <a:solidFill>
            <a:srgbClr val="16241A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pic>
        <p:nvPicPr>
          <p:cNvPr id="9" name="Image 2" descr="/tmp/claude-0/-home-user-kulpio/cf44c086-5ab5-569b-8ab9-43d11bcfa910/scratchpad/shot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737360"/>
            <a:ext cx="2112264" cy="45720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14400" y="6355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product card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additives, Nutri-Score, verdict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480560" y="6355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impact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cut &amp; money saved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8046720" y="6355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members, activity &amp; chat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Kulpio does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📷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96112" y="2743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Effortless input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31089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AI label &amp; receipt scan, or paste a list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084832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🧊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99432" y="2743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99432" y="31089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Fridge, freezer &amp; pantry with live freshness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2084832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🍅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02752" y="2743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02752" y="31089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your ingredients, with nutrition estimates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342900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233672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2336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96112" y="4892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96112" y="52578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a household + activity feed &amp; chat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3400" y="3977640"/>
            <a:ext cx="342900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99432" y="4233672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26" name="Text 24"/>
          <p:cNvSpPr/>
          <p:nvPr/>
        </p:nvSpPr>
        <p:spPr>
          <a:xfrm>
            <a:off x="4599432" y="42336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99432" y="4892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99432" y="52578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levels, monthly recap &amp; impact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46720" y="3977640"/>
            <a:ext cx="342900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02752" y="4233672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42336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302752" y="4892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02752" y="52578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RTL support; installs to the home screen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EXISTING APPS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Kulpio is different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743200" cy="749808"/>
          </a:xfrm>
          <a:prstGeom prst="rect">
            <a:avLst/>
          </a:prstGeom>
          <a:solidFill>
            <a:srgbClr val="2C5F2D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920240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83280" y="1920240"/>
            <a:ext cx="1600200" cy="749808"/>
          </a:xfrm>
          <a:prstGeom prst="rect">
            <a:avLst/>
          </a:prstGeom>
          <a:solidFill>
            <a:srgbClr val="2C5F2D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56432" y="1920240"/>
            <a:ext cx="1453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no install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83480" y="1920240"/>
            <a:ext cx="1600200" cy="749808"/>
          </a:xfrm>
          <a:prstGeom prst="rect">
            <a:avLst/>
          </a:prstGeom>
          <a:solidFill>
            <a:srgbClr val="2C5F2D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56632" y="1920240"/>
            <a:ext cx="1453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label/receipt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0" y="1920240"/>
            <a:ext cx="1828800" cy="749808"/>
          </a:xfrm>
          <a:prstGeom prst="rect">
            <a:avLst/>
          </a:prstGeom>
          <a:solidFill>
            <a:srgbClr val="2C5F2D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56832" y="1920240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 + chat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12480" y="1920240"/>
            <a:ext cx="1463040" cy="749808"/>
          </a:xfrm>
          <a:prstGeom prst="rect">
            <a:avLst/>
          </a:prstGeom>
          <a:solidFill>
            <a:srgbClr val="2C5F2D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85632" y="1920240"/>
            <a:ext cx="13167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875520" y="1920240"/>
            <a:ext cx="1645920" cy="749808"/>
          </a:xfrm>
          <a:prstGeom prst="rect">
            <a:avLst/>
          </a:prstGeom>
          <a:solidFill>
            <a:srgbClr val="2C5F2D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8672" y="1920240"/>
            <a:ext cx="1499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2670048"/>
            <a:ext cx="2743200" cy="749808"/>
          </a:xfrm>
          <a:prstGeom prst="rect">
            <a:avLst/>
          </a:prstGeom>
          <a:solidFill>
            <a:srgbClr val="EBF1E6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2670048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83280" y="2670048"/>
            <a:ext cx="1600200" cy="749808"/>
          </a:xfrm>
          <a:prstGeom prst="rect">
            <a:avLst/>
          </a:prstGeom>
          <a:solidFill>
            <a:srgbClr val="EBF1E6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56432" y="2670048"/>
            <a:ext cx="1453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983480" y="2670048"/>
            <a:ext cx="1600200" cy="749808"/>
          </a:xfrm>
          <a:prstGeom prst="rect">
            <a:avLst/>
          </a:prstGeom>
          <a:solidFill>
            <a:srgbClr val="EBF1E6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56632" y="2670048"/>
            <a:ext cx="1453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0" y="2670048"/>
            <a:ext cx="1828800" cy="749808"/>
          </a:xfrm>
          <a:prstGeom prst="rect">
            <a:avLst/>
          </a:prstGeom>
          <a:solidFill>
            <a:srgbClr val="EBF1E6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56832" y="2670048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412480" y="2670048"/>
            <a:ext cx="1463040" cy="749808"/>
          </a:xfrm>
          <a:prstGeom prst="rect">
            <a:avLst/>
          </a:prstGeom>
          <a:solidFill>
            <a:srgbClr val="EBF1E6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85632" y="2670048"/>
            <a:ext cx="13167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875520" y="2670048"/>
            <a:ext cx="1645920" cy="749808"/>
          </a:xfrm>
          <a:prstGeom prst="rect">
            <a:avLst/>
          </a:prstGeom>
          <a:solidFill>
            <a:srgbClr val="EBF1E6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8672" y="2670048"/>
            <a:ext cx="1499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3419856"/>
            <a:ext cx="274320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3419856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apps (NoWaste…)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383280" y="3419856"/>
            <a:ext cx="160020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9856"/>
            <a:ext cx="1453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2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983480" y="3419856"/>
            <a:ext cx="160020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56632" y="3419856"/>
            <a:ext cx="1453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583680" y="3419856"/>
            <a:ext cx="182880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6832" y="3419856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2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412480" y="3419856"/>
            <a:ext cx="146304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85632" y="3419856"/>
            <a:ext cx="13167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875520" y="3419856"/>
            <a:ext cx="164592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8672" y="3419856"/>
            <a:ext cx="1499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169664"/>
            <a:ext cx="2743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3232" y="4169664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Good To Go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383280" y="4169664"/>
            <a:ext cx="1600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56432" y="4169664"/>
            <a:ext cx="1453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2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983480" y="4169664"/>
            <a:ext cx="1600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56632" y="4169664"/>
            <a:ext cx="1453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2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83680" y="4169664"/>
            <a:ext cx="1828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56832" y="4169664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2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412480" y="4169664"/>
            <a:ext cx="14630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85632" y="4169664"/>
            <a:ext cx="13167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875520" y="4169664"/>
            <a:ext cx="1645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8672" y="4169664"/>
            <a:ext cx="1499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40080" y="4919472"/>
            <a:ext cx="274320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" y="4919472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Whisk / Samsung Food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383280" y="4919472"/>
            <a:ext cx="160020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56432" y="4919472"/>
            <a:ext cx="1453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2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4983480" y="4919472"/>
            <a:ext cx="160020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56632" y="4919472"/>
            <a:ext cx="1453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6583680" y="4919472"/>
            <a:ext cx="182880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656832" y="4919472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2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8412480" y="4919472"/>
            <a:ext cx="146304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85632" y="4919472"/>
            <a:ext cx="13167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9875520" y="4919472"/>
            <a:ext cx="1645920" cy="749808"/>
          </a:xfrm>
          <a:prstGeom prst="rect">
            <a:avLst/>
          </a:prstGeom>
          <a:solidFill>
            <a:srgbClr val="F7F9F4"/>
          </a:solidFill>
          <a:ln w="12700">
            <a:solidFill>
              <a:srgbClr val="E2E7D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948672" y="4919472"/>
            <a:ext cx="1499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cloud-first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combination — offline single-file PWA + AI input + a social shared fridge + privacy — is the edge.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SECURITY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design, hardened by default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276856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91640" y="207568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44144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fridge stays in the browser — nothing leaves unless you choose a networked feature.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6480" y="187452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82512" y="2276856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11" name="Text 9"/>
          <p:cNvSpPr/>
          <p:nvPr/>
        </p:nvSpPr>
        <p:spPr>
          <a:xfrm>
            <a:off x="6382512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📤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178040" y="207568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export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78040" y="244144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downloads everything the app holds about you as JSON.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47472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877056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3877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🗑️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367588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deletion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04164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account wipes the server account, sessions &amp; synced data.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0" y="347472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82512" y="3877056"/>
            <a:ext cx="566928" cy="566928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21" name="Text 19"/>
          <p:cNvSpPr/>
          <p:nvPr/>
        </p:nvSpPr>
        <p:spPr>
          <a:xfrm>
            <a:off x="6382512" y="3877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178040" y="367588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auth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78040" y="404164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hashing, opaque tokens, and login rate-limiting (5 / 15 min).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impact — and how we'll measure 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8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(model, not a study)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858000" y="1965960"/>
            <a:ext cx="46634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132320" y="2240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mid-range 30% reminder effectiveness: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0" y="278892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30% fewer wasted items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€10–11 saved / household / month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€128 / household / year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132320" y="4434840"/>
            <a:ext cx="4206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separately by a real pilot: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within-subject micro-study (baseline vs. Kulpio week, N=3–15) using the app's built-in CSV export.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last — and tested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0574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HTML file — no build step, no framework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6432" y="18745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39312" y="20574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39312" y="292608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with full right-to-left support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18745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55664" y="20574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55664" y="292608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 run offline on every push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89136" y="18745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72016" y="20574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72016" y="292608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suites: structure, smoke, worker auth &amp; sync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1605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vanilla PWA + service worker (offline) · Cloudflare Worker + D1 (SQLite) · Web Push (VAPID) · Web Crypto.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48006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gracefully: Anthropic Claude → Cloudflare Workers AI (free) → clean error. The app never blocks on AI.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&amp;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&amp; open — plus what's next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Dual-licensed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under GNU AGPL v3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open use (you must publish your source).
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commercial licence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closed-source/commercial use — per product: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  €250   ·   Business  €1,500   ·   Enterprise  from €5,000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120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project open while funding its future.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74520"/>
            <a:ext cx="525780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2A1C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37960" y="21031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537960" y="2679192"/>
            <a:ext cx="365760" cy="365760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→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040880" y="2651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 user pilot &amp; publish results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537960" y="3246120"/>
            <a:ext cx="365760" cy="365760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040880" y="3218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offline shelf-life table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37960" y="3813048"/>
            <a:ext cx="365760" cy="365760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040880" y="378561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(needs an email provider)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537960" y="4379976"/>
            <a:ext cx="365760" cy="365760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40880" y="435254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merge for offline multi-device edits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537960" y="4946904"/>
            <a:ext cx="365760" cy="365760"/>
          </a:xfrm>
          <a:prstGeom prst="ellipse">
            <a:avLst/>
          </a:prstGeom>
          <a:solidFill>
            <a:srgbClr val="EBF1E6"/>
          </a:solidFill>
          <a:ln/>
        </p:spPr>
      </p:sp>
      <p:sp>
        <p:nvSpPr>
          <p:cNvPr id="24" name="Text 22"/>
          <p:cNvSpPr/>
          <p:nvPr/>
        </p:nvSpPr>
        <p:spPr>
          <a:xfrm>
            <a:off x="653796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→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040880" y="49194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Shareable monthly impact report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4572000" cy="45720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3716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🍐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77240" y="26060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less. Save more. Together.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 — a food-freshness tracker that fits in your pocket, in your language.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  ·  github.com/Gugster777/kulpio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Kulpio</dc:title>
  <dc:subject>PptxGenJS Presentation</dc:subject>
  <dc:creator>Daniil Bejenari</dc:creator>
  <cp:lastModifiedBy>Daniil Bejenari</cp:lastModifiedBy>
  <cp:revision>1</cp:revision>
  <dcterms:created xsi:type="dcterms:W3CDTF">2026-07-23T15:13:59Z</dcterms:created>
  <dcterms:modified xsi:type="dcterms:W3CDTF">2026-07-23T15:13:59Z</dcterms:modified>
</cp:coreProperties>
</file>