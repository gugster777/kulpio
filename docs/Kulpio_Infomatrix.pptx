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Infomatrix, Programming category. Introduce yourself and the school (T.L. Orizont, Ceadîr-Lunga), then the project and its technical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 with an allergen warning, the impact screen, and the community Discover leaderboard.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recipes from your ingredients, the per-item edit with price history,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competitor combines offline-first, AI input, a social shared fridge, 33 languages and privacy. The combination is the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file, 33 languages, 300+ offline checks across 4 suites, all in CI on every push. The AI path degrades gracefully so it never blocks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single-file offline PWA + one Cloudflare Worker that helps households waste less food — AI input, trustworthy expiry, a shared fridge, 33 languages.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02920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502920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INFOMATRIX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502920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1" name="Text 9"/>
          <p:cNvSpPr/>
          <p:nvPr/>
        </p:nvSpPr>
        <p:spPr>
          <a:xfrm>
            <a:off x="3314700" y="502920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/tmp/claude-0/-home-user-kulpio/cf44c086-5ab5-569b-8ab9-43d11bcfa910/scratchpad/shots/ls-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-kulpio/cf44c086-5ab5-569b-8ab9-43d11bcfa910/scratchpad/shots/ls-disc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Nutri-Score, allergens, verdict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
</a:t>
            </a:r>
            <a:pPr algn="ctr" indent="0" marL="0">
              <a:buNone/>
            </a:pPr>
            <a:r>
              <a:rPr lang="en-US" sz="11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community scans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kulpio/cf44c086-5ab5-569b-8ab9-43d11bcfa910/scratchpad/shots/ls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ls-reci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what you have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/tmp/claude-0/-home-user-kulpio/cf44c086-5ab5-569b-8ab9-43d11bcfa910/scratchpad/shots/light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item, one tap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price history, storage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3" descr="/tmp/claude-0/-home-user-kulpio/cf44c086-5ab5-569b-8ab9-43d11bcfa910/scratchpad/shots/ls-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EXISTING APPS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Kulpio is different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2743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03120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no install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834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566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label/receipt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103120"/>
            <a:ext cx="18288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210312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 + chat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2103120"/>
            <a:ext cx="146304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103120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875520" y="2103120"/>
            <a:ext cx="164592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48672" y="2103120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2816352"/>
            <a:ext cx="2743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2816352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834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66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816352"/>
            <a:ext cx="18288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816352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0" y="2816352"/>
            <a:ext cx="146304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5632" y="2816352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875520" y="2816352"/>
            <a:ext cx="164592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48672" y="2816352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529584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3529584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apps (NoWaste…)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3832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9834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566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3529584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56832" y="3529584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0" y="3529584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85632" y="3529584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875520" y="3529584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8672" y="3529584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40080" y="4242816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242816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Good To Go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3832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564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9834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566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583680" y="424281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56832" y="4242816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412480" y="4242816"/>
            <a:ext cx="1463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85632" y="4242816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875520" y="4242816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4242816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40080" y="4956048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4956048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Whisk / Samsung Food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3832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564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9834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566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6583680" y="4956048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4956048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412480" y="4956048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85632" y="4956048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875520" y="4956048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948672" y="4956048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cloud-first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combination</a:t>
            </a:r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offline single-file PWA + AI input + a social shared fridge + privacy — is the 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and tested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22960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 file — no build step, no framework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56432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39312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639312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with full right-to-left support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55664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55664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run offline on every push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89136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72016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272016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suites: structure, smoke, worker auth &amp; sync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251960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4251960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runs the full suite in CI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text guard-rails, a 300+-check headless Playwright smoke test that runs the app fully offline, and Node tests for auth, push/cron and household-merge.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519379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gracefully:  </a:t>
            </a:r>
            <a:pPr indent="0" marL="0">
              <a:buNone/>
            </a:pPr>
            <a:r>
              <a:rPr lang="en-US" sz="13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model → free Cloudflare Workers AI (Llama) → clean error. The app never blocks on AI.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Shape 2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E4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6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Infomatrix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Infomatrix 2026</dc:title>
  <dc:subject>PptxGenJS Presentation</dc:subject>
  <dc:creator>Daniil Bejenari</dc:creator>
  <cp:lastModifiedBy>Daniil Bejenari</cp:lastModifiedBy>
  <cp:revision>1</cp:revision>
  <dcterms:created xsi:type="dcterms:W3CDTF">2026-07-24T21:30:25Z</dcterms:created>
  <dcterms:modified xsi:type="dcterms:W3CDTF">2026-07-24T21:30:25Z</dcterms:modified>
</cp:coreProperties>
</file>