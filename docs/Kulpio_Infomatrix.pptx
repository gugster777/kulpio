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Kulpio for Infomatrix, Programming category. Introduce yourself and the school (T.L. Orizont, Ceadîr-Lunga), then the project and its technical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third of food is wasted; households are a huge share; the cause at home is forgetting — an information problem, solvable with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Kulpio aligns with SDG 12 (Responsible Consumption — primary), SDG 2 (Zero Hunger) and SDG 13 (Climate Action), and directly serves UN Target 12.3: halve food waste by 2030.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three-step loop: add with almost no effort, see what's expiring, use it in time — with money-saved feedback that keeps you coming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screenshots: the scanned product card, the impact screen, and the shared-fridge chat. Everything runs offline from a single HTML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product tour: the home dashboard, the shared-fridge setup, the privacy/data controls, and the profile with levels and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pillars: effortless input, storage sections, recipes, the shared fridge, motivation, and 33-language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Scientific method: printed date beats an offline shelf-life estimate beats an AI refinement. The AI itself degrades gracefully — best model, then a free Llama fallback, then a clean error — so the app never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Hardware/software: the client is one static HTML file with a service worker; the backend is a single Cloudflare Worker plus D1 (SQLite), Web Push and Web Crypto. No build step; deploys to static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competitor combines offline-first, AI input, a social shared fridge, 33 languages and privacy. The combination is the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Local-first storage, GDPR export and true account deletion, plus hardened, rate-limited auth — a credible privacy posture users and judges can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file, 33 languages, 300+ offline checks across 4 suites, all in CI on every push. The AI path degrades gracefully so it never blocks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Iterations and the problem solved at each: offline (service worker), trustworthy dates (printed beats estimate), low-friction input (four paths), and safe multi-device sync (server-side 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improvements: a native Android app, the real pilot, validate the shelf-life table, add email verification, field-level merge and a shareable impact report. Kulpio is free and open-source under the AGPL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Kulpio: waste less, save money, in any language — built for the Global Goals. Questions welcome.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🍐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20574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70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 food. Save money. In any language.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single-file offline PWA + one Cloudflare Worker that helps households waste less food — AI input, trustworthy expiry, a shared fridge, 33 languages.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502920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502920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INFOMATRIX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14700" y="502920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2C6E3F"/>
          </a:solidFill>
          <a:ln/>
        </p:spPr>
      </p:sp>
      <p:sp>
        <p:nvSpPr>
          <p:cNvPr id="12" name="Text 10"/>
          <p:cNvSpPr/>
          <p:nvPr/>
        </p:nvSpPr>
        <p:spPr>
          <a:xfrm>
            <a:off x="3314700" y="502920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T.L. Orizont · Ceadîr-Lunga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E862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third of our food is wasted — mostly at home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~1/3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96112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food produced is lost or wasted (FAO)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370832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are among the largest single contributors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101584" y="2057400"/>
            <a:ext cx="3401568" cy="22860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57616" y="22860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57616" y="3154680"/>
            <a:ext cx="2926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 at home: bought, forgotten, expired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736592"/>
            <a:ext cx="10881360" cy="1188720"/>
          </a:xfrm>
          <a:prstGeom prst="roundRect">
            <a:avLst>
              <a:gd name="adj" fmla="val 10000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50292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029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💡</a:t>
            </a:r>
            <a:endParaRPr lang="en-US" sz="1980" dirty="0"/>
          </a:p>
        </p:txBody>
      </p:sp>
      <p:sp>
        <p:nvSpPr>
          <p:cNvPr id="21" name="Text 19"/>
          <p:cNvSpPr/>
          <p:nvPr/>
        </p:nvSpPr>
        <p:spPr>
          <a:xfrm>
            <a:off x="1783080" y="4736592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information &amp; attention problem — not a preservation problem.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exactly what an app can fix.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FAO — Global Food Losses &amp; Food Waste · UNEP — Food Waste Index Report.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3545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GLOBAL GOALS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Sustainable Development Goals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BF8B2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2057400" y="2395728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14" name="Text 12"/>
          <p:cNvSpPr/>
          <p:nvPr/>
        </p:nvSpPr>
        <p:spPr>
          <a:xfrm>
            <a:off x="2057400" y="2395728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&amp; Production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Kulpio's core mission — cut the food households throw away.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29684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04004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DDA63A"/>
          </a:solidFill>
          <a:ln/>
        </p:spPr>
      </p:sp>
      <p:sp>
        <p:nvSpPr>
          <p:cNvPr id="19" name="Text 17"/>
          <p:cNvSpPr/>
          <p:nvPr/>
        </p:nvSpPr>
        <p:spPr>
          <a:xfrm>
            <a:off x="4604004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04004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604004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Hunger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604004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more of the food we buy; value it instead of binning it.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019288" y="2057400"/>
            <a:ext cx="3520440" cy="269748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93608" y="2331720"/>
            <a:ext cx="960120" cy="960120"/>
          </a:xfrm>
          <a:prstGeom prst="roundRect">
            <a:avLst>
              <a:gd name="adj" fmla="val 13333"/>
            </a:avLst>
          </a:prstGeom>
          <a:solidFill>
            <a:srgbClr val="3F7E44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2468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3608" y="26517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293608" y="345643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293608" y="41148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wasted food means fewer needless food-related emissions.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11818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32688" y="5221224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60" dirty="0">
                <a:solidFill>
                  <a:srgbClr val="000000"/>
                </a:solidFill>
              </a:rPr>
              <a:t>🎯</a:t>
            </a:r>
            <a:endParaRPr lang="en-US" sz="1860" dirty="0"/>
          </a:p>
        </p:txBody>
      </p:sp>
      <p:sp>
        <p:nvSpPr>
          <p:cNvPr id="32" name="Text 30"/>
          <p:cNvSpPr/>
          <p:nvPr/>
        </p:nvSpPr>
        <p:spPr>
          <a:xfrm>
            <a:off x="1691640" y="50292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Target 12.3: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per-capita global food waste by 2030. Kulpio goes straight at household waste — the largest, most-forgettable slice.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it, know what's going off, cook it first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32688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28" dirty="0"/>
          </a:p>
        </p:txBody>
      </p:sp>
      <p:sp>
        <p:nvSpPr>
          <p:cNvPr id="12" name="Shape 10"/>
          <p:cNvSpPr/>
          <p:nvPr/>
        </p:nvSpPr>
        <p:spPr>
          <a:xfrm>
            <a:off x="2926080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📥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32688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seconds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barcode, read a label or receipt with AI, or paste a list — no typing marathon.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70832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28" dirty="0"/>
          </a:p>
        </p:txBody>
      </p:sp>
      <p:sp>
        <p:nvSpPr>
          <p:cNvPr id="19" name="Shape 17"/>
          <p:cNvSpPr/>
          <p:nvPr/>
        </p:nvSpPr>
        <p:spPr>
          <a:xfrm>
            <a:off x="6656832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⏳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46634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 expires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663440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beat estimates. Live freshness colours and a 'week-ahead' strip.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101584" y="2011680"/>
            <a:ext cx="3401568" cy="37033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94192" y="2304288"/>
            <a:ext cx="713232" cy="713232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94192" y="230428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28" dirty="0"/>
          </a:p>
        </p:txBody>
      </p:sp>
      <p:sp>
        <p:nvSpPr>
          <p:cNvPr id="26" name="Shape 24"/>
          <p:cNvSpPr/>
          <p:nvPr/>
        </p:nvSpPr>
        <p:spPr>
          <a:xfrm>
            <a:off x="10387584" y="2340864"/>
            <a:ext cx="640080" cy="64008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7" name="Text 25"/>
          <p:cNvSpPr/>
          <p:nvPr/>
        </p:nvSpPr>
        <p:spPr>
          <a:xfrm>
            <a:off x="10387584" y="234086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</a:rPr>
              <a:t>🍳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8394192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in time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394192" y="379476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what's going off first; mark Used / Wasted / Froze and watch the money you save.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502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02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app, offline, on any phone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89611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0" descr="/tmp/claude-0/-home-user-kulpio/cf44c086-5ab5-569b-8ab9-43d11bcfa910/scratchpad/shots/s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006651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46227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1" descr="/tmp/claude-0/-home-user-kulpio/cf44c086-5ab5-569b-8ab9-43d11bcfa910/scratchpad/shots/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06651" cy="4343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28432" y="1719072"/>
            <a:ext cx="2134667" cy="4471416"/>
          </a:xfrm>
          <a:prstGeom prst="roundRect">
            <a:avLst>
              <a:gd name="adj" fmla="val 6854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2" descr="/tmp/claude-0/-home-user-kulpio/cf44c086-5ab5-569b-8ab9-43d11bcfa910/scratchpad/shot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783080"/>
            <a:ext cx="2006651" cy="43434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6012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product card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additives, Nutri-Score, verdict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2628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impact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cut &amp; money saved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92440" y="62636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
</a:t>
            </a:r>
            <a:pPr algn="ctr" indent="0" marL="0">
              <a:buNone/>
            </a:pPr>
            <a:r>
              <a:rPr lang="en-US" sz="11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members, activity &amp; chat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502920"/>
            <a:ext cx="210769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02920"/>
            <a:ext cx="21076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" y="950976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tour of the app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123444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0" descr="/tmp/claude-0/-home-user-kulpio/cf44c086-5ab5-569b-8ab9-43d11bcfa910/scratchpad/shots/big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1737360"/>
            <a:ext cx="1837670" cy="3977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7043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dashboard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week-ahead &amp; fridge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79476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1" descr="/tmp/claude-0/-home-user-kulpio/cf44c086-5ab5-569b-8ab9-43d11bcfa910/scratchpad/shots/hou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737360"/>
            <a:ext cx="1837670" cy="3977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3075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your household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35508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17" name="Image 2" descr="/tmp/claude-0/-home-user-kulpio/cf44c086-5ab5-569b-8ab9-43d11bcfa910/scratchpad/shots/gdp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737360"/>
            <a:ext cx="1837670" cy="39776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or delete anytime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15400" y="1673352"/>
            <a:ext cx="1965686" cy="4105656"/>
          </a:xfrm>
          <a:prstGeom prst="roundRect">
            <a:avLst>
              <a:gd name="adj" fmla="val 7443"/>
            </a:avLst>
          </a:prstGeom>
          <a:solidFill>
            <a:srgbClr val="05100A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pic>
        <p:nvPicPr>
          <p:cNvPr id="20" name="Image 3" descr="/tmp/claude-0/-home-user-kulpio/cf44c086-5ab5-569b-8ab9-43d11bcfa910/scratchpad/shots/profile-fu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1737360"/>
            <a:ext cx="1837670" cy="39776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851392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levels
</a:t>
            </a:r>
            <a:pPr algn="ctr" indent="0" marL="0">
              <a:buNone/>
            </a:pPr>
            <a:r>
              <a:rPr lang="en-US" sz="100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&amp; impact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Kulpio does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📷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914400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Effortless input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AI label &amp; receipt scan, or paste a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70832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45152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🧊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4645152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sections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45152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Fridge, freezer &amp; pantry with live freshness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196596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75904" y="224028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2240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🍅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8375904" y="28986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26440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from your ingredients, with nutrition estimates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👥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4400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 links a household + activity feed &amp; chat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370832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45152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1" name="Text 29"/>
          <p:cNvSpPr/>
          <p:nvPr/>
        </p:nvSpPr>
        <p:spPr>
          <a:xfrm>
            <a:off x="4645152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🏆</a:t>
            </a:r>
            <a:endParaRPr lang="en-US" sz="1980" dirty="0"/>
          </a:p>
        </p:txBody>
      </p:sp>
      <p:sp>
        <p:nvSpPr>
          <p:cNvPr id="32" name="Text 30"/>
          <p:cNvSpPr/>
          <p:nvPr/>
        </p:nvSpPr>
        <p:spPr>
          <a:xfrm>
            <a:off x="4645152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645152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Achievements, XP levels, monthly recap &amp; impact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101584" y="4069080"/>
            <a:ext cx="3401568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375904" y="434340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8375904" y="4343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🌍</a:t>
            </a:r>
            <a:endParaRPr lang="en-US" sz="1980" dirty="0"/>
          </a:p>
        </p:txBody>
      </p:sp>
      <p:sp>
        <p:nvSpPr>
          <p:cNvPr id="37" name="Text 35"/>
          <p:cNvSpPr/>
          <p:nvPr/>
        </p:nvSpPr>
        <p:spPr>
          <a:xfrm>
            <a:off x="8375904" y="500176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375904" y="5367528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RTL support; installs to the home screen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Kulpio decides when food expires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dates are ground truth — Kulpio only estimates when there's no date to read.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523744"/>
            <a:ext cx="603504" cy="603504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523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16" dirty="0"/>
          </a:p>
        </p:txBody>
      </p:sp>
      <p:sp>
        <p:nvSpPr>
          <p:cNvPr id="13" name="Text 11"/>
          <p:cNvSpPr/>
          <p:nvPr/>
        </p:nvSpPr>
        <p:spPr>
          <a:xfrm>
            <a:off x="1691640" y="241401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date wins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343400" y="241401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pack (OCR + model) or typed by you. Always takes priority.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42416" y="33284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3803904"/>
            <a:ext cx="603504" cy="603504"/>
          </a:xfrm>
          <a:prstGeom prst="ellipse">
            <a:avLst/>
          </a:prstGeom>
          <a:solidFill>
            <a:srgbClr val="2C6E3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38039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16" dirty="0"/>
          </a:p>
        </p:txBody>
      </p:sp>
      <p:sp>
        <p:nvSpPr>
          <p:cNvPr id="19" name="Text 17"/>
          <p:cNvSpPr/>
          <p:nvPr/>
        </p:nvSpPr>
        <p:spPr>
          <a:xfrm>
            <a:off x="1691640" y="369417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shelf-life table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343400" y="369417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per-food estimate, adjusted for storage (freezer +~90 d; opened shortens).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42416" y="46085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1E8D8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46320"/>
            <a:ext cx="7360920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084064"/>
            <a:ext cx="603504" cy="603504"/>
          </a:xfrm>
          <a:prstGeom prst="ellipse">
            <a:avLst/>
          </a:prstGeom>
          <a:solidFill>
            <a:srgbClr val="5B6B57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" y="508406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16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4343400" y="4974336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online, the model refines the estimate from the product name.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83880" y="2286000"/>
            <a:ext cx="3337560" cy="3730752"/>
          </a:xfrm>
          <a:prstGeom prst="roundRect">
            <a:avLst>
              <a:gd name="adj" fmla="val 3562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58200" y="252374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458200" y="31455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0" name="Text 28"/>
          <p:cNvSpPr/>
          <p:nvPr/>
        </p:nvSpPr>
        <p:spPr>
          <a:xfrm>
            <a:off x="8613648" y="31455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AI model  (top quality)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58200" y="38039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458200" y="40599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2C6E3F"/>
          </a:solidFill>
          <a:ln/>
        </p:spPr>
      </p:sp>
      <p:sp>
        <p:nvSpPr>
          <p:cNvPr id="33" name="Text 31"/>
          <p:cNvSpPr/>
          <p:nvPr/>
        </p:nvSpPr>
        <p:spPr>
          <a:xfrm>
            <a:off x="8613648" y="40599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AI — Llama  (free)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58200" y="47183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5E048"/>
                </a:solidFill>
              </a:rPr>
              <a:t>↓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58200" y="4974336"/>
            <a:ext cx="2788920" cy="713232"/>
          </a:xfrm>
          <a:prstGeom prst="roundRect">
            <a:avLst>
              <a:gd name="adj" fmla="val 12821"/>
            </a:avLst>
          </a:prstGeom>
          <a:solidFill>
            <a:srgbClr val="14301C"/>
          </a:solidFill>
          <a:ln/>
        </p:spPr>
      </p:sp>
      <p:sp>
        <p:nvSpPr>
          <p:cNvPr id="36" name="Text 34"/>
          <p:cNvSpPr/>
          <p:nvPr/>
        </p:nvSpPr>
        <p:spPr>
          <a:xfrm>
            <a:off x="8613648" y="4974336"/>
            <a:ext cx="2514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error — never blocks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231136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one offline file + one worker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1F5D3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static HTML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~1.3 MB — markup, CSS, JS, 33 langs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framework, no bundler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precache → fully offline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Crypto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hashing &amp; secure tokens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2011680"/>
            <a:ext cx="5303520" cy="3200400"/>
          </a:xfrm>
          <a:prstGeom prst="roundRect">
            <a:avLst>
              <a:gd name="adj" fmla="val 3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2011680"/>
            <a:ext cx="5303520" cy="566928"/>
          </a:xfrm>
          <a:prstGeom prst="roundRect">
            <a:avLst>
              <a:gd name="adj" fmla="val 20968"/>
            </a:avLst>
          </a:prstGeom>
          <a:solidFill>
            <a:srgbClr val="2C6E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011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0528" y="276148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27614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serves the app AND the API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0528" y="3355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33558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(SQLite)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accounts, sync, households, community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0528" y="395020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3950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Push (VAPID)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daily expiry reminders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0528" y="45445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E048"/>
                </a:solidFill>
              </a:rPr>
              <a:t>•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4544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auth  </a:t>
            </a:r>
            <a:pPr indent="0" marL="0"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PBKDF2 · 5 tries / 15 min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5440680"/>
            <a:ext cx="10881360" cy="603504"/>
          </a:xfrm>
          <a:prstGeom prst="roundRect">
            <a:avLst>
              <a:gd name="adj" fmla="val 19697"/>
            </a:avLst>
          </a:prstGeom>
          <a:solidFill>
            <a:srgbClr val="0E1C12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44068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25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Cloudflare Worker serves static assets + API on a single origin — installs from static hosting, runs offline.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60146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6014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EXISTING APPS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Kulpio is different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2743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03120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1600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6432" y="2103120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no install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83480" y="2103120"/>
            <a:ext cx="16002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56632" y="2103120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label/receipt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103120"/>
            <a:ext cx="182880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2103120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 + chat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412480" y="2103120"/>
            <a:ext cx="146304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103120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languages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875520" y="2103120"/>
            <a:ext cx="1645920" cy="713232"/>
          </a:xfrm>
          <a:prstGeom prst="rect">
            <a:avLst/>
          </a:prstGeom>
          <a:solidFill>
            <a:srgbClr val="1F5D33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48672" y="2103120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2816352"/>
            <a:ext cx="2743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2816352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83280" y="2816352"/>
            <a:ext cx="1600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2816352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83480" y="2816352"/>
            <a:ext cx="16002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56632" y="2816352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816352"/>
            <a:ext cx="182880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56832" y="2816352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12480" y="2816352"/>
            <a:ext cx="146304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85632" y="2816352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875520" y="2816352"/>
            <a:ext cx="1645920" cy="713232"/>
          </a:xfrm>
          <a:prstGeom prst="rect">
            <a:avLst/>
          </a:prstGeom>
          <a:solidFill>
            <a:srgbClr val="E9F4CC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48672" y="2816352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529584"/>
            <a:ext cx="2743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3529584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apps (NoWaste…)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383280" y="3529584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56432" y="3529584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983480" y="3529584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56632" y="3529584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3529584"/>
            <a:ext cx="18288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56832" y="3529584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412480" y="3529584"/>
            <a:ext cx="146304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85632" y="3529584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875520" y="3529584"/>
            <a:ext cx="164592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8672" y="3529584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40080" y="4242816"/>
            <a:ext cx="2743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4242816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Good To Go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3383280" y="4242816"/>
            <a:ext cx="1600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56432" y="4242816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983480" y="4242816"/>
            <a:ext cx="1600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56632" y="4242816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583680" y="4242816"/>
            <a:ext cx="1828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56832" y="4242816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412480" y="4242816"/>
            <a:ext cx="1463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85632" y="4242816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9875520" y="4242816"/>
            <a:ext cx="1645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4242816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640080" y="4956048"/>
            <a:ext cx="2743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3232" y="4956048"/>
            <a:ext cx="2596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Whisk / Samsung Food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383280" y="4956048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56432" y="4956048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4983480" y="4956048"/>
            <a:ext cx="16002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056632" y="4956048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6583680" y="4956048"/>
            <a:ext cx="182880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4956048"/>
            <a:ext cx="16824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6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412480" y="4956048"/>
            <a:ext cx="146304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85632" y="4956048"/>
            <a:ext cx="1316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875520" y="4956048"/>
            <a:ext cx="1645920" cy="713232"/>
          </a:xfrm>
          <a:prstGeom prst="rect">
            <a:avLst/>
          </a:prstGeom>
          <a:solidFill>
            <a:srgbClr val="F7FAF2"/>
          </a:solidFill>
          <a:ln w="12700">
            <a:solidFill>
              <a:srgbClr val="E1E8D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948672" y="4956048"/>
            <a:ext cx="1499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cloud-first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combination</a:t>
            </a:r>
            <a:pPr indent="0" marL="0">
              <a:buNone/>
            </a:pPr>
            <a:r>
              <a:rPr lang="en-US" sz="1400" i="1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offline single-file PWA + AI input + a social shared fridge + privacy — is the edge.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2724912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&amp; SECURITY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design, hardened by default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🔒</a:t>
            </a:r>
            <a:endParaRPr lang="en-US" sz="1980" dirty="0"/>
          </a:p>
        </p:txBody>
      </p:sp>
      <p:sp>
        <p:nvSpPr>
          <p:cNvPr id="12" name="Text 10"/>
          <p:cNvSpPr/>
          <p:nvPr/>
        </p:nvSpPr>
        <p:spPr>
          <a:xfrm>
            <a:off x="17373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fridge stays in the browser — nothing leaves unless you choose a networked feature.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205740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56032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5603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📤</a:t>
            </a:r>
            <a:endParaRPr lang="en-US" sz="1980" dirty="0"/>
          </a:p>
        </p:txBody>
      </p:sp>
      <p:sp>
        <p:nvSpPr>
          <p:cNvPr id="17" name="Text 15"/>
          <p:cNvSpPr/>
          <p:nvPr/>
        </p:nvSpPr>
        <p:spPr>
          <a:xfrm>
            <a:off x="7223760" y="231343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export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271576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downloads everything the app holds about you as JSON.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🗑️</a:t>
            </a:r>
            <a:endParaRPr lang="en-US" sz="1980" dirty="0"/>
          </a:p>
        </p:txBody>
      </p:sp>
      <p:sp>
        <p:nvSpPr>
          <p:cNvPr id="22" name="Text 20"/>
          <p:cNvSpPr/>
          <p:nvPr/>
        </p:nvSpPr>
        <p:spPr>
          <a:xfrm>
            <a:off x="17373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deletion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7373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account wipes the server account, sessions &amp; synced data.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26480" y="3931920"/>
            <a:ext cx="5212080" cy="1600200"/>
          </a:xfrm>
          <a:prstGeom prst="roundRect">
            <a:avLst>
              <a:gd name="adj" fmla="val 7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0" y="4434840"/>
            <a:ext cx="603504" cy="603504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434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000000"/>
                </a:solidFill>
              </a:rPr>
              <a:t>🛡️</a:t>
            </a:r>
            <a:endParaRPr lang="en-US" sz="1980" dirty="0"/>
          </a:p>
        </p:txBody>
      </p:sp>
      <p:sp>
        <p:nvSpPr>
          <p:cNvPr id="27" name="Text 25"/>
          <p:cNvSpPr/>
          <p:nvPr/>
        </p:nvSpPr>
        <p:spPr>
          <a:xfrm>
            <a:off x="7223760" y="41879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auth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23760" y="4590288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hashing, opaque tokens, and login rate-limiting (5 / 15 min).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367028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last — and tested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22960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HTML file — no build step, no framework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56432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39312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639312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with full right-to-left support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55664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55664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run offline on every push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89136" y="2057400"/>
            <a:ext cx="2606040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72016" y="224028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272016" y="31089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suites: structure, smoke, worker auth &amp; sync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251960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4251960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runs the full suite in CI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text guard-rails, a 300+-check headless Playwright smoke test that runs the app fully offline, and Node tests for auth, push/cron and household-merge.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881360" cy="786384"/>
          </a:xfrm>
          <a:prstGeom prst="roundRect">
            <a:avLst>
              <a:gd name="adj" fmla="val 15116"/>
            </a:avLst>
          </a:prstGeom>
          <a:solidFill>
            <a:srgbClr val="0E1C12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5193792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degrades gracefully:  </a:t>
            </a:r>
            <a:pPr indent="0" marL="0">
              <a:buNone/>
            </a:pPr>
            <a:r>
              <a:rPr lang="en-US" sz="1300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cloud model → free Cloudflare Workers AI (Llama) → clean error. The app never blocks on AI.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evolved — and what I had to solve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72" dirty="0"/>
          </a:p>
        </p:txBody>
      </p:sp>
      <p:sp>
        <p:nvSpPr>
          <p:cNvPr id="12" name="Text 10"/>
          <p:cNvSpPr/>
          <p:nvPr/>
        </p:nvSpPr>
        <p:spPr>
          <a:xfrm>
            <a:off x="896112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core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PWA + shelf-life table.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96112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to run with no network → service-worker precache.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92424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66744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72" dirty="0"/>
          </a:p>
        </p:txBody>
      </p:sp>
      <p:sp>
        <p:nvSpPr>
          <p:cNvPr id="19" name="Text 17"/>
          <p:cNvSpPr/>
          <p:nvPr/>
        </p:nvSpPr>
        <p:spPr>
          <a:xfrm>
            <a:off x="3648456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dates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48456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label reading + estimates.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48456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felt unreliable → printed dates always win.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44768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19088" y="2423160"/>
            <a:ext cx="658368" cy="658368"/>
          </a:xfrm>
          <a:prstGeom prst="ellipse">
            <a:avLst/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6400800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the friction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Barcode, receipt scan, paste-a-list.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0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was tedious → four fast input paths.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897112" y="2148840"/>
            <a:ext cx="2615184" cy="3703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71432" y="2423160"/>
            <a:ext cx="658368" cy="658368"/>
          </a:xfrm>
          <a:prstGeom prst="ellipse">
            <a:avLst/>
          </a:prstGeom>
          <a:solidFill>
            <a:srgbClr val="F0A830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71432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72" dirty="0"/>
          </a:p>
        </p:txBody>
      </p:sp>
      <p:sp>
        <p:nvSpPr>
          <p:cNvPr id="33" name="Text 31"/>
          <p:cNvSpPr/>
          <p:nvPr/>
        </p:nvSpPr>
        <p:spPr>
          <a:xfrm>
            <a:off x="9153144" y="3200400"/>
            <a:ext cx="21579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safe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9153144" y="3657600"/>
            <a:ext cx="21579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B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fridge, accounts, GDPR, 33 langs.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153144" y="438912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9F4CC"/>
          </a:solidFill>
          <a:ln/>
        </p:spPr>
      </p:sp>
      <p:sp>
        <p:nvSpPr>
          <p:cNvPr id="36" name="Text 34"/>
          <p:cNvSpPr/>
          <p:nvPr/>
        </p:nvSpPr>
        <p:spPr>
          <a:xfrm>
            <a:off x="9299448" y="4480560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b="1" spc="50" kern="0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solved
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clobbered data → server-side merge.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5349240"/>
            <a:ext cx="3200400" cy="3200400"/>
          </a:xfrm>
          <a:prstGeom prst="ellipse">
            <a:avLst/>
          </a:prstGeom>
          <a:solidFill>
            <a:srgbClr val="ECF3DF"/>
          </a:solidFill>
          <a:ln/>
        </p:spPr>
      </p:sp>
      <p:sp>
        <p:nvSpPr>
          <p:cNvPr id="3" name="Shape 1"/>
          <p:cNvSpPr/>
          <p:nvPr/>
        </p:nvSpPr>
        <p:spPr>
          <a:xfrm>
            <a:off x="-868680" y="-868680"/>
            <a:ext cx="2103120" cy="2103120"/>
          </a:xfrm>
          <a:prstGeom prst="ellipse">
            <a:avLst/>
          </a:prstGeom>
          <a:solidFill>
            <a:srgbClr val="EDF3E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5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</a:t>
            </a:r>
            <a:pPr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food-freshness tracker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881360" y="6528816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"/>
            <a:ext cx="1860804" cy="384048"/>
          </a:xfrm>
          <a:prstGeom prst="roundRect">
            <a:avLst>
              <a:gd name="adj" fmla="val 50000"/>
            </a:avLst>
          </a:prstGeom>
          <a:solidFill>
            <a:srgbClr val="B5E04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"/>
            <a:ext cx="1860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3504" y="950976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Kulpio goes from here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6309360" cy="3794760"/>
          </a:xfrm>
          <a:prstGeom prst="roundRect">
            <a:avLst>
              <a:gd name="adj" fmla="val 3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E9F4C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72768" y="23500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1272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1272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Android app on the Play Store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4400" y="36027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25880" y="36027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 user pilot &amp; publish measured results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4400" y="4078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0782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offline shelf-life table against reference data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4400" y="45537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455371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(add an email provider)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14400" y="5029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merge for multi-device offline edits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4400" y="5504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5E048"/>
                </a:solidFill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55046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shareable monthly impact report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132320" y="2057400"/>
            <a:ext cx="4416552" cy="3794760"/>
          </a:xfrm>
          <a:prstGeom prst="roundRect">
            <a:avLst>
              <a:gd name="adj" fmla="val 3133"/>
            </a:avLst>
          </a:prstGeom>
          <a:solidFill>
            <a:srgbClr val="1F5D33"/>
          </a:solidFill>
          <a:ln/>
          <a:effectLst>
            <a:outerShdw sx="100000" sy="100000" kx="0" ky="0" algn="bl" rotWithShape="0" blurRad="127000" dist="38100" dir="5400000">
              <a:srgbClr val="12200F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06640" y="2331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65008" y="2350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open-source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406640" y="3154680"/>
            <a:ext cx="39319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under the GNU AGPL v3 — free for anyone to use, study and build on.
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vision: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households everywhere waste less food and save money — in their own language.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651760"/>
            <a:ext cx="2011680" cy="2011680"/>
          </a:xfrm>
          <a:prstGeom prst="ellipse">
            <a:avLst/>
          </a:prstGeom>
          <a:solidFill>
            <a:srgbClr val="18301C"/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600200"/>
            <a:ext cx="457200" cy="457200"/>
          </a:xfrm>
          <a:prstGeom prst="ellipse">
            <a:avLst/>
          </a:prstGeom>
          <a:solidFill>
            <a:srgbClr val="B5E048"/>
          </a:solidFill>
          <a:ln/>
        </p:spPr>
      </p:sp>
      <p:sp>
        <p:nvSpPr>
          <p:cNvPr id="5" name="Shape 3"/>
          <p:cNvSpPr/>
          <p:nvPr/>
        </p:nvSpPr>
        <p:spPr>
          <a:xfrm>
            <a:off x="-1554480" y="4114800"/>
            <a:ext cx="4754880" cy="4754880"/>
          </a:xfrm>
          <a:prstGeom prst="ellipse">
            <a:avLst/>
          </a:prstGeom>
          <a:solidFill>
            <a:srgbClr val="1F5D3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601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🍐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less. Save more. Together.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5E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Kulpio — a food-freshness tracker that fits in your pocket, in your language.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BF8B2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DDA63A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411480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3F7E44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41148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BD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Daniil Bejenari   ·   T.L. Orizont · Ceadîr-Lunga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FB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github.com/Gugster777/kulpio   ·   Infomatrix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Kulpio — Infomatrix 2026</dc:title>
  <dc:subject>PptxGenJS Presentation</dc:subject>
  <dc:creator>Daniil Bejenari</dc:creator>
  <cp:lastModifiedBy>Daniil Bejenari</cp:lastModifiedBy>
  <cp:revision>1</cp:revision>
  <dcterms:created xsi:type="dcterms:W3CDTF">2026-07-23T15:47:08Z</dcterms:created>
  <dcterms:modified xsi:type="dcterms:W3CDTF">2026-07-23T15:47:08Z</dcterms:modified>
</cp:coreProperties>
</file>