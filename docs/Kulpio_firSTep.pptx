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saved / household / month</c:v>
                </c:pt>
              </c:strCache>
            </c:strRef>
          </c:tx>
          <c:spPr>
            <a:solidFill>
              <a:srgbClr val="F0A830"/>
            </a:solidFill>
            <a:effectLst/>
          </c:spPr>
          <c:invertIfNegative val="0"/>
          <c:dLbls>
            <c:numFmt formatCode="€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4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5.33</c:v>
                </c:pt>
                <c:pt idx="1">
                  <c:v>7.15</c:v>
                </c:pt>
                <c:pt idx="2">
                  <c:v>10.71</c:v>
                </c:pt>
                <c:pt idx="3">
                  <c:v>14.32</c:v>
                </c:pt>
                <c:pt idx="4">
                  <c:v>17.81</c:v>
                </c:pt>
              </c:numCache>
            </c:numRef>
          </c:val>
        </c:ser>
        <c:dLbls>
          <c:numFmt formatCode="€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4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57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57"/>
                    </a:solidFill>
                    <a:latin typeface="Arial"/>
                  </a:rPr>
                  <a:t>Reminder effectiveness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the firSTep Project Competition, Creative Engineers category. Introduce yourself and the school (T.L. Orizont, Ceadîr-Lunga), then the project I designed and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interest: I built Kulpio because I kept wasting food in my own kitchen — money and a climate cost. I wanted a tool that tells me what to use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 with an allergen warning, the impact screen, and the community Discover leaderboard.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recipes from your ingredients, the per-item edit with price history,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the chart is a transparent projection from one stated assumption (reminder effectiveness) — NOT measured data. Real numbers come from a within-subject micro-study measured via the app's CSV export. The two are kept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privacy-first Progressive Web App I designed and built to help households waste less food — offline, on any phone, in 33 languages. Built for the UN Global Goals.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029200"/>
            <a:ext cx="44531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5029200"/>
            <a:ext cx="4453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FIRSTEP PROJECT COMPETITION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13248" y="502920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5413248" y="50292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ENGINEERS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started in my own fridge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720840" cy="3977640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🍐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kept watching good food go bad — bought with the best intentions, pushed to the back of the shelf, forgotten, then thrown out.
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bothered me twice over: it's money in the bin, and wasted food is a real climate problem. </a:t>
            </a:r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tool I wanted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that just tells me what to use next, before it's too late.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35240" y="2057400"/>
            <a:ext cx="3913632" cy="3977640"/>
          </a:xfrm>
          <a:prstGeom prst="roundRect">
            <a:avLst>
              <a:gd name="adj" fmla="val 303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0956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09560" y="2971800"/>
            <a:ext cx="33649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let me forget the food I already own.”</a:t>
            </a:r>
            <a:endParaRPr lang="en-US" sz="2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/tmp/claude-0/-home-user-kulpio/cf44c086-5ab5-569b-8ab9-43d11bcfa910/scratchpad/shots/ls-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-kulpio/cf44c086-5ab5-569b-8ab9-43d11bcfa910/scratchpad/shots/ls-disc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Nutri-Score, allergens, verdict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community scans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ls-reci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what you have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/tmp/claude-0/-home-user-kulpio/cf44c086-5ab5-569b-8ab9-43d11bcfa910/scratchpad/shots/light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item, one tap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price history, storage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3" descr="/tmp/claude-0/-home-user-kulpio/cf44c086-5ab5-569b-8ab9-43d11bcfa910/scratchpad/shots/ls-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savings — and how we'll measure it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4329684" cy="384048"/>
          </a:xfrm>
          <a:prstGeom prst="roundRect">
            <a:avLst>
              <a:gd name="adj" fmla="val 50000"/>
            </a:avLst>
          </a:prstGeom>
          <a:solidFill>
            <a:srgbClr val="F0A83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10512"/>
            <a:ext cx="4329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· MODEL, NOT A STUDY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02920" y="2377440"/>
          <a:ext cx="6126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903720" y="2377440"/>
            <a:ext cx="461772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7804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mid-range 30% reminder effectiveness: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78040" y="312724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30%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fewer wasted items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€10–11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/ household / month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€128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household / year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178040" y="4617720"/>
            <a:ext cx="4160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for real by a pilot: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within-subject micro-study (baseline vs. Kulpio week, N = 3–15) using the app's built-in CSV export.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Shape 2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E4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firSTep Project Competition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firSTep Project Competition 2026</dc:title>
  <dc:subject>PptxGenJS Presentation</dc:subject>
  <dc:creator>Daniil Bejenari</dc:creator>
  <cp:lastModifiedBy>Daniil Bejenari</cp:lastModifiedBy>
  <cp:revision>1</cp:revision>
  <dcterms:created xsi:type="dcterms:W3CDTF">2026-07-24T22:16:03Z</dcterms:created>
  <dcterms:modified xsi:type="dcterms:W3CDTF">2026-07-24T22:16:03Z</dcterms:modified>
</cp:coreProperties>
</file>