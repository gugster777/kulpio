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 saved / household / month</c:v>
                </c:pt>
              </c:strCache>
            </c:strRef>
          </c:tx>
          <c:spPr>
            <a:solidFill>
              <a:srgbClr val="F0A830"/>
            </a:solidFill>
            <a:effectLst/>
          </c:spPr>
          <c:invertIfNegative val="0"/>
          <c:dLbls>
            <c:numFmt formatCode="€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4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15%</c:v>
                  </c:pt>
                  <c:pt idx="1">
                    <c:v>20%</c:v>
                  </c:pt>
                  <c:pt idx="2">
                    <c:v>30%</c:v>
                  </c:pt>
                  <c:pt idx="3">
                    <c:v>40%</c:v>
                  </c:pt>
                  <c:pt idx="4">
                    <c:v>50%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5.33</c:v>
                </c:pt>
                <c:pt idx="1">
                  <c:v>7.15</c:v>
                </c:pt>
                <c:pt idx="2">
                  <c:v>10.71</c:v>
                </c:pt>
                <c:pt idx="3">
                  <c:v>14.32</c:v>
                </c:pt>
                <c:pt idx="4">
                  <c:v>17.81</c:v>
                </c:pt>
              </c:numCache>
            </c:numRef>
          </c:val>
        </c:ser>
        <c:dLbls>
          <c:numFmt formatCode="€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24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57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57"/>
                    </a:solidFill>
                    <a:latin typeface="Arial"/>
                  </a:rPr>
                  <a:t>Reminder effectiveness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the firSTep Project Competition, Creative Engineers category. Introduce yourself and the school (T.L. Orizont, Ceadîr-Lunga), then the project I designed and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interest: I built Kulpio because I kept wasting food in my own kitchen — money and a climate cost. I wanted a tool that tells me what to use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card, the impact screen, and the shared-fridge chat.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the chart is a transparent projection from one stated assumption (reminder effectiveness) — NOT measured data. Real numbers come from a within-subject micro-study measured via the app's CSV export. The two are kept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run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privacy-first Progressive Web App I designed and built to help households waste less food — offline, on any phone, in 33 languages. Built for the UN Global Goals.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44531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5029200"/>
            <a:ext cx="4453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FIRSTEP PROJECT COMPETITION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13248" y="502920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2" name="Text 10"/>
          <p:cNvSpPr/>
          <p:nvPr/>
        </p:nvSpPr>
        <p:spPr>
          <a:xfrm>
            <a:off x="5413248" y="502920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ENGINEERS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47802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started in my own fridge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6720840" cy="3977640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🍐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kept watching good food go bad — bought with the best intentions, pushed to the back of the shelf, forgotten, then thrown out.
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bothered me twice over: it's money in the bin, and wasted food is a real climate problem. </a:t>
            </a:r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built the tool I wanted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that just tells me what to use next, before it's too late.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35240" y="2057400"/>
            <a:ext cx="3913632" cy="3977640"/>
          </a:xfrm>
          <a:prstGeom prst="roundRect">
            <a:avLst>
              <a:gd name="adj" fmla="val 303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909560" y="2377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909560" y="2971800"/>
            <a:ext cx="33649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let me forget the food I already own.”</a:t>
            </a:r>
            <a:endParaRPr lang="en-US" sz="2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01568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3317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320040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70832" y="2103120"/>
            <a:ext cx="3401568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26864" y="23317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26864" y="320040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01584" y="2103120"/>
            <a:ext cx="3401568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57616" y="23317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357616" y="320040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828032"/>
            <a:ext cx="10881360" cy="1234440"/>
          </a:xfrm>
          <a:prstGeom prst="roundRect">
            <a:avLst>
              <a:gd name="adj" fmla="val 963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13892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1389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1783080" y="4828032"/>
            <a:ext cx="9509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1" name="Text 19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11304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2688" y="524865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932688" y="5248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28" name="Text 26"/>
          <p:cNvSpPr/>
          <p:nvPr/>
        </p:nvSpPr>
        <p:spPr>
          <a:xfrm>
            <a:off x="1691640" y="5029200"/>
            <a:ext cx="9601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39572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23957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8" name="Shape 6"/>
          <p:cNvSpPr/>
          <p:nvPr/>
        </p:nvSpPr>
        <p:spPr>
          <a:xfrm>
            <a:off x="2926080" y="243230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4323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32688" y="3383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388620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10312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39572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23957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5" name="Shape 13"/>
          <p:cNvSpPr/>
          <p:nvPr/>
        </p:nvSpPr>
        <p:spPr>
          <a:xfrm>
            <a:off x="6656832" y="243230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4323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63440" y="3383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63440" y="388620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101584" y="210312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94192" y="239572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94192" y="23957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2" name="Shape 20"/>
          <p:cNvSpPr/>
          <p:nvPr/>
        </p:nvSpPr>
        <p:spPr>
          <a:xfrm>
            <a:off x="10387584" y="243230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3" name="Text 21"/>
          <p:cNvSpPr/>
          <p:nvPr/>
        </p:nvSpPr>
        <p:spPr>
          <a:xfrm>
            <a:off x="10387584" y="24323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394192" y="3383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94192" y="388620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896112" y="1810512"/>
            <a:ext cx="2176912" cy="4562856"/>
          </a:xfrm>
          <a:prstGeom prst="roundRect">
            <a:avLst>
              <a:gd name="adj" fmla="val 6721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0" descr="/tmp/claude-0/-home-user-kulpio/cf44c086-5ab5-569b-8ab9-43d11bcfa910/scratchpad/shots/s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048896" cy="4434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462272" y="1810512"/>
            <a:ext cx="2176912" cy="4562856"/>
          </a:xfrm>
          <a:prstGeom prst="roundRect">
            <a:avLst>
              <a:gd name="adj" fmla="val 6721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kulpio/cf44c086-5ab5-569b-8ab9-43d11bcfa910/scratchpad/shots/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74520"/>
            <a:ext cx="2048896" cy="44348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028432" y="1810512"/>
            <a:ext cx="2176912" cy="4562856"/>
          </a:xfrm>
          <a:prstGeom prst="roundRect">
            <a:avLst>
              <a:gd name="adj" fmla="val 6721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/tmp/claude-0/-home-user-kulpio/cf44c086-5ab5-569b-8ab9-43d11bcfa910/scratchpad/shot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874520"/>
            <a:ext cx="2048896" cy="44348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6419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additives, Nutri-Score, verdict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26280" y="6419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092440" y="6419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activity &amp; chat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860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914400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3101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22860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3" name="Text 11"/>
          <p:cNvSpPr/>
          <p:nvPr/>
        </p:nvSpPr>
        <p:spPr>
          <a:xfrm>
            <a:off x="4645152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45152" y="33101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01584" y="20116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22860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7" name="Text 15"/>
          <p:cNvSpPr/>
          <p:nvPr/>
        </p:nvSpPr>
        <p:spPr>
          <a:xfrm>
            <a:off x="8375904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18" name="Text 16"/>
          <p:cNvSpPr/>
          <p:nvPr/>
        </p:nvSpPr>
        <p:spPr>
          <a:xfrm>
            <a:off x="8375904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75904" y="33101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11480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3891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891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3" name="Text 21"/>
          <p:cNvSpPr/>
          <p:nvPr/>
        </p:nvSpPr>
        <p:spPr>
          <a:xfrm>
            <a:off x="914400" y="50474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541324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70832" y="411480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45152" y="43891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4645152" y="43891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28" name="Text 26"/>
          <p:cNvSpPr/>
          <p:nvPr/>
        </p:nvSpPr>
        <p:spPr>
          <a:xfrm>
            <a:off x="4645152" y="50474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45152" y="541324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101584" y="411480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75904" y="43891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2" name="Text 30"/>
          <p:cNvSpPr/>
          <p:nvPr/>
        </p:nvSpPr>
        <p:spPr>
          <a:xfrm>
            <a:off x="8375904" y="43891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3" name="Text 31"/>
          <p:cNvSpPr/>
          <p:nvPr/>
        </p:nvSpPr>
        <p:spPr>
          <a:xfrm>
            <a:off x="8375904" y="50474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75904" y="541324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736092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578608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9" name="Text 7"/>
          <p:cNvSpPr/>
          <p:nvPr/>
        </p:nvSpPr>
        <p:spPr>
          <a:xfrm>
            <a:off x="1691640" y="2478024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343400" y="2478024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42416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30168"/>
            <a:ext cx="736092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96112" y="3877056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8770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5" name="Text 13"/>
          <p:cNvSpPr/>
          <p:nvPr/>
        </p:nvSpPr>
        <p:spPr>
          <a:xfrm>
            <a:off x="1691640" y="3776472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343400" y="3776472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2416" y="46908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928616"/>
            <a:ext cx="736092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17550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51755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1" name="Text 19"/>
          <p:cNvSpPr/>
          <p:nvPr/>
        </p:nvSpPr>
        <p:spPr>
          <a:xfrm>
            <a:off x="1691640" y="50749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343400" y="507492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83880" y="2331720"/>
            <a:ext cx="3337560" cy="3739896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58200" y="257860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458200" y="3200400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26" name="Text 24"/>
          <p:cNvSpPr/>
          <p:nvPr/>
        </p:nvSpPr>
        <p:spPr>
          <a:xfrm>
            <a:off x="8613648" y="3200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58200" y="38587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58200" y="4114800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29" name="Text 27"/>
          <p:cNvSpPr/>
          <p:nvPr/>
        </p:nvSpPr>
        <p:spPr>
          <a:xfrm>
            <a:off x="8613648" y="41148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58200" y="47731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458200" y="5029200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2" name="Text 30"/>
          <p:cNvSpPr/>
          <p:nvPr/>
        </p:nvSpPr>
        <p:spPr>
          <a:xfrm>
            <a:off x="8613648" y="50292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5740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8163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163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4198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07008" y="34198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626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2057400"/>
            <a:ext cx="5303520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05740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20574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10528" y="28163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84848" y="28163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0528" y="34198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84848" y="34198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0528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4626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0E1C12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864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savings — and how we'll measure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4329684" cy="384048"/>
          </a:xfrm>
          <a:prstGeom prst="roundRect">
            <a:avLst>
              <a:gd name="adj" fmla="val 50000"/>
            </a:avLst>
          </a:prstGeom>
          <a:solidFill>
            <a:srgbClr val="F0A83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10512"/>
            <a:ext cx="4329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· MODEL, NOT A STUDY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2423160"/>
          <a:ext cx="61264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03720" y="2423160"/>
            <a:ext cx="4617720" cy="3611880"/>
          </a:xfrm>
          <a:prstGeom prst="roundRect">
            <a:avLst>
              <a:gd name="adj" fmla="val 32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78040" y="26700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mid-range 30% reminder effectiveness: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78040" y="32004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30%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fewer wasted items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€10–11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saved / household / month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€128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household / year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178040" y="4709160"/>
            <a:ext cx="4160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for real by a pilot: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within-subject micro-study (baseline vs. Kulpio week, N = 3–15) using the app's built-in CSV export.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877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877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1737360" y="23591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37360" y="27614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25877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5877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27614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4165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165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18" name="Text 16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26480" y="39319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44165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44165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3" name="Text 21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46888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8" name="Text 6"/>
          <p:cNvSpPr/>
          <p:nvPr/>
        </p:nvSpPr>
        <p:spPr>
          <a:xfrm>
            <a:off x="896112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1042416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2424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66744" y="246888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66744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5" name="Text 13"/>
          <p:cNvSpPr/>
          <p:nvPr/>
        </p:nvSpPr>
        <p:spPr>
          <a:xfrm>
            <a:off x="3648456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648456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48456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8" name="Text 16"/>
          <p:cNvSpPr/>
          <p:nvPr/>
        </p:nvSpPr>
        <p:spPr>
          <a:xfrm>
            <a:off x="3794760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44768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246888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1908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2" name="Text 20"/>
          <p:cNvSpPr/>
          <p:nvPr/>
        </p:nvSpPr>
        <p:spPr>
          <a:xfrm>
            <a:off x="6400800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00800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0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5" name="Text 23"/>
          <p:cNvSpPr/>
          <p:nvPr/>
        </p:nvSpPr>
        <p:spPr>
          <a:xfrm>
            <a:off x="6547104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897112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71432" y="246888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71432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29" name="Text 27"/>
          <p:cNvSpPr/>
          <p:nvPr/>
        </p:nvSpPr>
        <p:spPr>
          <a:xfrm>
            <a:off x="9153144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153144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53144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2" name="Text 30"/>
          <p:cNvSpPr/>
          <p:nvPr/>
        </p:nvSpPr>
        <p:spPr>
          <a:xfrm>
            <a:off x="9299448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6309360" cy="3749040"/>
          </a:xfrm>
          <a:prstGeom prst="roundRect">
            <a:avLst>
              <a:gd name="adj" fmla="val 31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2768" y="23957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3630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36301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41056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41056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45811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45811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505663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50566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5532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5532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132320" y="2103120"/>
            <a:ext cx="4416552" cy="3749040"/>
          </a:xfrm>
          <a:prstGeom prst="roundRect">
            <a:avLst>
              <a:gd name="adj" fmla="val 3171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664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4066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065008" y="23957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06640" y="320040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-1371600"/>
            <a:ext cx="3840480" cy="38404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firSTep Project Competition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firSTep Project Competition 2026</dc:title>
  <dc:subject>PptxGenJS Presentation</dc:subject>
  <dc:creator>Daniil Bejenari</dc:creator>
  <cp:lastModifiedBy>Daniil Bejenari</cp:lastModifiedBy>
  <cp:revision>1</cp:revision>
  <dcterms:created xsi:type="dcterms:W3CDTF">2026-07-23T15:36:30Z</dcterms:created>
  <dcterms:modified xsi:type="dcterms:W3CDTF">2026-07-23T15:36:30Z</dcterms:modified>
</cp:coreProperties>
</file>